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40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Victor.yeung.it@hot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ck_images/screenshot_33.jpg"/>
          <p:cNvPicPr>
            <a:picLocks noChangeAspect="1"/>
          </p:cNvPicPr>
          <p:nvPr/>
        </p:nvPicPr>
        <p:blipFill>
          <a:blip r:embed="rId3"/>
          <a:srcRect t="1785" b="178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85800" y="4480560"/>
            <a:ext cx="10881360" cy="1828800"/>
          </a:xfrm>
          <a:prstGeom prst="round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60120" y="47091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60120" y="53492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Lies Trump Truth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5715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satirical political strategy sim about power, narratives, and consequences.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6263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Steam: store.steampowered.com/app/3677060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fantasy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modern democracy as an interconnected system of incentives.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elections by shaping reality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should feel: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Clever and resourceful: you spot leverage and execute a plan across multiple systems.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Uneasy laughter: the satire is funny, but it stings because it feels plausible.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Accountable: every shortcut has a cost, and the world pushes back.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tension: "I won, but I am not sure I should feel proud."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6339535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/mnt/data/deck_images/screenshot_37.jpg"/>
          <p:cNvPicPr>
            <a:picLocks noChangeAspect="1"/>
          </p:cNvPicPr>
          <p:nvPr/>
        </p:nvPicPr>
        <p:blipFill>
          <a:blip r:embed="rId3"/>
          <a:srcRect l="12203" r="12203"/>
          <a:stretch/>
        </p:blipFill>
        <p:spPr>
          <a:xfrm>
            <a:off x="5303520" y="1463040"/>
            <a:ext cx="6339535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03520" y="5852160"/>
            <a:ext cx="6339535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532120" y="5916168"/>
            <a:ext cx="5882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can reshape the entire regime - and the consequences follow.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gameplay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Turn-based strategy with persistent consequences across politics, economy, and society.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-109220" y="1798319"/>
            <a:ext cx="2788920" cy="1234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9380" y="1962911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9380" y="2301239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public opinion, demographics, and national indicators.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25420" y="2301239"/>
            <a:ext cx="320040" cy="32004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091180" y="1798319"/>
            <a:ext cx="2788920" cy="1234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19780" y="1962911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political capital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19780" y="2301239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action points to legislate, campaign, invest, and negotiate.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25820" y="2301239"/>
            <a:ext cx="320040" cy="32004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291580" y="1798319"/>
            <a:ext cx="2788920" cy="12344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520180" y="1962911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key battles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20180" y="2301239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 negotiations decide Congress, diplomacy, and deals.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26220" y="2301239"/>
            <a:ext cx="320040" cy="32004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491980" y="1798319"/>
            <a:ext cx="2788920" cy="12344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720580" y="1962911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with fallout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20580" y="2301239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move, unrest rises, allies react. Adapt next round.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703320"/>
            <a:ext cx="1056132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10012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principle: the player is not "roleplaying a hero" - they are managing a system.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optimize for power, the simulation responds with second-order effects (economy, unrest, geopolitics).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interconnected pillars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system is fun on its own - the strategy comes from their interactions.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33574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mnt/data/deck_images/screenshot_5.jpg"/>
          <p:cNvPicPr>
            <a:picLocks noChangeAspect="1"/>
          </p:cNvPicPr>
          <p:nvPr/>
        </p:nvPicPr>
        <p:blipFill>
          <a:blip r:embed="rId3"/>
          <a:srcRect l="21162" r="21162"/>
          <a:stretch/>
        </p:blipFill>
        <p:spPr>
          <a:xfrm>
            <a:off x="548640" y="1600200"/>
            <a:ext cx="2533574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4507992"/>
            <a:ext cx="21312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4910328"/>
            <a:ext cx="213123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bills by winning support. Laws change the simulation.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02254" y="1600200"/>
            <a:ext cx="2533574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deck_images/screenshot_7.jpg"/>
          <p:cNvPicPr>
            <a:picLocks noChangeAspect="1"/>
          </p:cNvPicPr>
          <p:nvPr/>
        </p:nvPicPr>
        <p:blipFill>
          <a:blip r:embed="rId4"/>
          <a:srcRect l="21162" r="21162"/>
          <a:stretch/>
        </p:blipFill>
        <p:spPr>
          <a:xfrm>
            <a:off x="3402254" y="1600200"/>
            <a:ext cx="2533574" cy="274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03422" y="4507992"/>
            <a:ext cx="21312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603422" y="4910328"/>
            <a:ext cx="213123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narratives through channels and themes. Risk backlash.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55868" y="1600200"/>
            <a:ext cx="2533574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/mnt/data/deck_images/screenshot_14.jpg"/>
          <p:cNvPicPr>
            <a:picLocks noChangeAspect="1"/>
          </p:cNvPicPr>
          <p:nvPr/>
        </p:nvPicPr>
        <p:blipFill>
          <a:blip r:embed="rId5"/>
          <a:srcRect l="21162" r="21162"/>
          <a:stretch/>
        </p:blipFill>
        <p:spPr>
          <a:xfrm>
            <a:off x="6255868" y="1600200"/>
            <a:ext cx="2533574" cy="2743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57036" y="4507992"/>
            <a:ext cx="21312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7036" y="4910328"/>
            <a:ext cx="213123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react to policy. Invest, speculate, and survive cycles.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109481" y="1600200"/>
            <a:ext cx="2533574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3" descr="/mnt/data/deck_images/screenshot_11.jpg"/>
          <p:cNvPicPr>
            <a:picLocks noChangeAspect="1"/>
          </p:cNvPicPr>
          <p:nvPr/>
        </p:nvPicPr>
        <p:blipFill>
          <a:blip r:embed="rId6"/>
          <a:srcRect l="21162" r="21162"/>
          <a:stretch/>
        </p:blipFill>
        <p:spPr>
          <a:xfrm>
            <a:off x="9109481" y="1600200"/>
            <a:ext cx="2533574" cy="2743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10649" y="4507992"/>
            <a:ext cx="21312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310649" y="4910328"/>
            <a:ext cx="213123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leverage and evidence. Unlock stronger negotiation options.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 and legislation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not a menu - it is a battle for votes.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bills by building coalitions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Vote counting and party alignment are explicit.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Bills carry concrete economic and social effects.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You persuade key representatives through negotiation battles (cards), favors, and timing.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 becomes your main lever for reshaping the simulation, not a cosmetic choice.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6339535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/mnt/data/deck_images/screenshot_5.jpg"/>
          <p:cNvPicPr>
            <a:picLocks noChangeAspect="1"/>
          </p:cNvPicPr>
          <p:nvPr/>
        </p:nvPicPr>
        <p:blipFill>
          <a:blip r:embed="rId3"/>
          <a:srcRect l="9537" r="9537"/>
          <a:stretch/>
        </p:blipFill>
        <p:spPr>
          <a:xfrm>
            <a:off x="5303520" y="1463040"/>
            <a:ext cx="6339535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03520" y="5852160"/>
            <a:ext cx="6339535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532120" y="5916168"/>
            <a:ext cx="5882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Bills, voting thresholds, and representative-level persuasion.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 and elections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Campaigning is a resource-management problem - and a moral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 narratives, not just policies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Multiple channels: SMS, phone, TV, newspapers, online ads, and more.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Themes: achievements, scandals, rumors, "empty" messaging, etc.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Campaigns decay over time, can be refuted, and can trigger backlash or international reactions.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win with propaganda - but the simulation remembers.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6339535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/mnt/data/deck_images/screenshot_7.jpg"/>
          <p:cNvPicPr>
            <a:picLocks noChangeAspect="1"/>
          </p:cNvPicPr>
          <p:nvPr/>
        </p:nvPicPr>
        <p:blipFill>
          <a:blip r:embed="rId3"/>
          <a:srcRect l="9537" r="9537"/>
          <a:stretch/>
        </p:blipFill>
        <p:spPr>
          <a:xfrm>
            <a:off x="5303520" y="1463040"/>
            <a:ext cx="6339535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03520" y="5852160"/>
            <a:ext cx="6339535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532120" y="5916168"/>
            <a:ext cx="5882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campaigns with different channels, intensity, and durations.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simulation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 only matters because people react differently.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voter behavior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Demographics are modeled across states/districts with measurable outcomes.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Track support, loyalty, fear, and anger - not just approval rating.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Policy, propaganda, and economic shifts propagate through different groups.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clarity: you can see why a strategy worked - and why it failed.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6339535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/mnt/data/deck_images/screenshot_10.jpg"/>
          <p:cNvPicPr>
            <a:picLocks noChangeAspect="1"/>
          </p:cNvPicPr>
          <p:nvPr/>
        </p:nvPicPr>
        <p:blipFill>
          <a:blip r:embed="rId3"/>
          <a:srcRect l="9537" r="9537"/>
          <a:stretch/>
        </p:blipFill>
        <p:spPr>
          <a:xfrm>
            <a:off x="5303520" y="1463040"/>
            <a:ext cx="6339535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03520" y="5852160"/>
            <a:ext cx="6339535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532120" y="5916168"/>
            <a:ext cx="5882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distribution and voter sentiment in a selected state.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and leverage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comes from what you know - and what you can prove.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rivals and elites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Investigations generate evidence and unlock stronger negotiation options.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Choose agencies and intensity; higher intensity costs more and risks exposure.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Intelligence feeds directly into propaganda, diplomacy, and card battles.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flavor - it is a core strategic resource.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6339535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/mnt/data/deck_images/screenshot_11.jpg"/>
          <p:cNvPicPr>
            <a:picLocks noChangeAspect="1"/>
          </p:cNvPicPr>
          <p:nvPr/>
        </p:nvPicPr>
        <p:blipFill>
          <a:blip r:embed="rId3"/>
          <a:srcRect l="9537" r="9537"/>
          <a:stretch/>
        </p:blipFill>
        <p:spPr>
          <a:xfrm>
            <a:off x="5303520" y="1463040"/>
            <a:ext cx="6339535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03520" y="5852160"/>
            <a:ext cx="6339535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532120" y="5916168"/>
            <a:ext cx="5882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with adjustable intensity and agency choice.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and markets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policies move the economy - and the economy moves your election.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game with real financial feedback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National indicators respond to policy, trade, and conflict.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Markets react to narratives and regulation; cycles create opportunities and traps.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Players can invest/speculate, but every trade has political consequences.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economy is not a background number - it is a weapon and a liability.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6339535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/mnt/data/deck_images/screenshot_14.jpg"/>
          <p:cNvPicPr>
            <a:picLocks noChangeAspect="1"/>
          </p:cNvPicPr>
          <p:nvPr/>
        </p:nvPicPr>
        <p:blipFill>
          <a:blip r:embed="rId3"/>
          <a:srcRect l="9537" r="9537"/>
          <a:stretch/>
        </p:blipFill>
        <p:spPr>
          <a:xfrm>
            <a:off x="5303520" y="1463040"/>
            <a:ext cx="6339535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03520" y="5852160"/>
            <a:ext cx="6339535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532120" y="5916168"/>
            <a:ext cx="5882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interface with company profiles and performance changes.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links everyone - which means every disruption cascades.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Tariffs, sanctions, and supply chains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Multi-country trade network with visible dependencies.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Tariffs and sanctions redirect demand, create inflation pressure, and trigger retaliation.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Domestic replacement and strategic industries create long-term trade-offs.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can "win" a trade war and still lose an election.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6339535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/mnt/data/deck_images/screenshot_30.jpg"/>
          <p:cNvPicPr>
            <a:picLocks noChangeAspect="1"/>
          </p:cNvPicPr>
          <p:nvPr/>
        </p:nvPicPr>
        <p:blipFill>
          <a:blip r:embed="rId3"/>
          <a:srcRect l="12203" r="12203"/>
          <a:stretch/>
        </p:blipFill>
        <p:spPr>
          <a:xfrm>
            <a:off x="5303520" y="1463040"/>
            <a:ext cx="6339535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03520" y="5852160"/>
            <a:ext cx="6339535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532120" y="5916168"/>
            <a:ext cx="5882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 network visualization (dependencies and concentration).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and geopolitics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is expensive, unpredictable, and politically tempting.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 reshape budgets and legitimacy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Ongoing conflicts drain resources and shift public sentiment.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Allies can provide support; rivals can exploit instability.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War interacts with diplomacy, trade, and propaganda.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is rewarded for understanding second-order effects, not for clicking "attack".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6339535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/mnt/data/deck_images/screenshot_27.jpg"/>
          <p:cNvPicPr>
            <a:picLocks noChangeAspect="1"/>
          </p:cNvPicPr>
          <p:nvPr/>
        </p:nvPicPr>
        <p:blipFill>
          <a:blip r:embed="rId3"/>
          <a:srcRect l="12203" r="12203"/>
          <a:stretch/>
        </p:blipFill>
        <p:spPr>
          <a:xfrm>
            <a:off x="5303520" y="1463040"/>
            <a:ext cx="6339535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03520" y="5852160"/>
            <a:ext cx="6339535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532120" y="5916168"/>
            <a:ext cx="5882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overview: progress, participants, support, and converted power.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playable build exists today. We are seeking a publishing partner for launch.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 + systems-complete foundation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Core loop implemented (politics, propaganda, economy, intelligence, diplomacy, war).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Steam page live; Steam Playtest build available (keys on request).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(publisher-aligned):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Content expansion + balancing (events, laws, cards).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Trailer/promo iteration based on publisher positioning.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QA + localization pipeline for launch.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scope: Steam (PC) first.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463040"/>
            <a:ext cx="6339535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/mnt/data/deck_images/screenshot_21.jpg"/>
          <p:cNvPicPr>
            <a:picLocks noChangeAspect="1"/>
          </p:cNvPicPr>
          <p:nvPr/>
        </p:nvPicPr>
        <p:blipFill>
          <a:blip r:embed="rId3"/>
          <a:srcRect l="12203" r="12203"/>
          <a:stretch/>
        </p:blipFill>
        <p:spPr>
          <a:xfrm>
            <a:off x="5303520" y="1463040"/>
            <a:ext cx="6339535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03520" y="5852160"/>
            <a:ext cx="6339535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532120" y="5916168"/>
            <a:ext cx="5882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tracked national indicators across time (industry growth).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Empire - Pitch Deck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eck_images/screenshot_37.jpg"/>
          <p:cNvPicPr>
            <a:picLocks noChangeAspect="1"/>
          </p:cNvPicPr>
          <p:nvPr/>
        </p:nvPicPr>
        <p:blipFill>
          <a:blip r:embed="rId3"/>
          <a:srcRect t="1785" b="178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685800" y="685800"/>
            <a:ext cx="10881360" cy="5486400"/>
          </a:xfrm>
          <a:prstGeom prst="round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60120" y="960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looking for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60120" y="1508760"/>
            <a:ext cx="10332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Publishing partner for Steam launch (store strategy, pricing, release timing).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Marketing/PR: positioning, beats, creators, press outreach, and festivals.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page: store.steampowered.com/app/3677060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 keys: available on request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Wood Games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Victor.yeung.it@hotmail</a:t>
            </a:r>
            <a:r>
              <a:rPr lang="en-US" sz="160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.com</a:t>
            </a:r>
            <a:endParaRPr lang="en-US" sz="1600" dirty="0">
              <a:solidFill>
                <a:srgbClr val="F3F4F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1139</Words>
  <Application>Microsoft Office PowerPoint</Application>
  <PresentationFormat>宽屏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Woods Interactive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Electoral Empire Pitch Deck</dc:subject>
  <dc:creator>Woods Interactive</dc:creator>
  <cp:lastModifiedBy>Zhipeng YANG</cp:lastModifiedBy>
  <cp:revision>4</cp:revision>
  <dcterms:created xsi:type="dcterms:W3CDTF">2026-01-06T08:44:38Z</dcterms:created>
  <dcterms:modified xsi:type="dcterms:W3CDTF">2026-01-06T08:53:24Z</dcterms:modified>
</cp:coreProperties>
</file>